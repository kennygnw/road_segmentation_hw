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1" r:id="rId5"/>
    <p:sldId id="262" r:id="rId6"/>
    <p:sldId id="263" r:id="rId7"/>
    <p:sldId id="264" r:id="rId8"/>
    <p:sldId id="266" r:id="rId9"/>
    <p:sldId id="265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F6447-78BE-47D3-B6AB-5E08765DE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FA14A4-584F-456C-B76B-6F32E66F1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012A2-16FF-4080-9AA0-0BC69F8B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A3D66-6F87-41E3-9E18-416E5E448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9F40C7-008F-4CD3-9CE9-BB3A523F0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36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49CD-834E-4395-A8BF-0A8CD2D2E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7B9C5-6530-4F38-9301-68EBE12C1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AB9A6-204A-4501-BD31-3ED4CE24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C1A95-4545-41D6-8F30-A862A55F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8DE74B-0A55-4460-B6A0-466F90D2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5464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F054-96D7-49AF-884B-4C179D01A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AA281-D0A0-496C-BC88-BC69CBA61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482BF-5933-44A7-9B66-D0ED4936F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EFC63-7B2C-410A-8F81-41CDD6E4A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15DAB-532A-4C07-8F8B-D007D9C8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177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CAD18-45EB-4D71-AC08-76EC40DB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BFB1A-46DA-4DCB-A6D2-86A736194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A6E40-D3BB-4856-BD18-BE47AABFD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EC1BD-3D79-454E-B8FC-BF8A8128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EBD4A-361E-42AC-95EC-031B829EF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BB12C-55EC-4C47-830F-EA4F6307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373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7D07-0825-4711-B86E-52AEFF1F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865F1-893E-4D48-937C-960636CC1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DE1A-45C9-4731-A3AB-9E573AB23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3962E-B14B-4728-B00E-C4121B66D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499ED-D6E1-4EFC-B187-4F7755E81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348F0B-8640-4BAD-8955-852F8B2B6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768012-3C56-4A15-BE32-62AE5E1C3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ECBA3-8486-46E8-9566-0EB463D5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91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055C6-3C7E-4528-AFE5-5ED6A7E3E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43BD2-1B1A-4143-9B7C-97C4CC1B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6F52D-B00A-4B65-B83A-1289D1DF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EA9B5-E4A5-4846-A594-FFB6169D2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2669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8C4639-A7FF-4E7E-80DB-1E2FB1EA6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7A5E33-034E-4A1F-B376-A565F4C48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858FA-8857-4E94-ADB7-7F12AD03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D1D96-87D3-4389-A782-9CEFA0A1C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F88FF-456C-43D9-B840-0541CA277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FEC6D-E7E3-4534-9971-4D6059C1F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E0128-DD26-49AE-8A34-C65C4EB12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1FB6A-54D1-46BA-A761-A1AE2037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E2C47-508E-49BA-8D67-14110FAC1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11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B57F5-5A1F-45BF-A16A-83EAED4E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F1F731-0C0B-4218-B10A-E677BEF2D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36957-6D68-4EDE-A917-D5E168CF9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189B0-73C7-4A9D-8C11-BFB3DF14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F053B-B1EB-4BB1-B509-E8237755D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D9C2E-A1AF-495D-8AEE-499EB4EF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05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3582-412B-41FF-BF32-91231885C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4E82F-B305-4689-A068-7857689A1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F67EE-2C63-420E-B7E9-D2F393A98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8E1BF-6C96-4086-B5C0-88E29596F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2D955-938A-4BAD-9FC5-A1303E4E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708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49A96-694B-4994-B436-4F14BBBCD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CB741A-B2E5-4339-9B82-8376321D2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9F5E0-F8DB-4E51-9851-D5FEB224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0F8D6-81A6-42F3-9A43-050760F7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7A2AC-46E2-4D4A-9E87-6899E02C7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4520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BB576B-DAE7-4A8A-A5D0-585BB6316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60CD3-395D-4AD3-A8E3-112894B06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41E24-7D07-4CAD-BED6-8F913A192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47A6F-3EBE-4C73-A7AD-6A61AF5187C9}" type="datetimeFigureOut">
              <a:rPr lang="zh-TW" altLang="en-US" smtClean="0"/>
              <a:t>2024/10/29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13418-8E44-4FEA-9356-2B0592617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BB192-01BC-4264-B9C0-7F21A7220F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F527C-DC36-486E-9CA2-7D9AF4A376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22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0DAF0-003E-437F-A70D-11462AF28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Image Segmentation of Concrete Roads</a:t>
            </a:r>
            <a:endParaRPr lang="zh-TW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C5952-8224-4145-8B66-41925C8D42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吳永保 </a:t>
            </a:r>
            <a:r>
              <a:rPr lang="en-US" altLang="zh-TW" dirty="0"/>
              <a:t>C110137112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73939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325B-31E5-41DC-93DE-054EDED2B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</p:spPr>
        <p:txBody>
          <a:bodyPr/>
          <a:lstStyle/>
          <a:p>
            <a:r>
              <a:rPr lang="en-US" altLang="zh-TW" dirty="0"/>
              <a:t>Requirement</a:t>
            </a:r>
            <a:endParaRPr lang="zh-TW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3F8999-EB39-433F-BAB5-22456FE47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964271" cy="4351338"/>
          </a:xfrm>
        </p:spPr>
        <p:txBody>
          <a:bodyPr/>
          <a:lstStyle/>
          <a:p>
            <a:pPr lvl="1">
              <a:lnSpc>
                <a:spcPct val="200000"/>
              </a:lnSpc>
            </a:pPr>
            <a:r>
              <a:rPr lang="zh-TW" altLang="en-US" dirty="0"/>
              <a:t>馬路分割</a:t>
            </a:r>
            <a:endParaRPr lang="en-US" altLang="zh-TW" dirty="0"/>
          </a:p>
          <a:p>
            <a:pPr lvl="1">
              <a:lnSpc>
                <a:spcPct val="200000"/>
              </a:lnSpc>
            </a:pPr>
            <a:r>
              <a:rPr lang="zh-TW" altLang="en-US" dirty="0"/>
              <a:t>使用</a:t>
            </a:r>
            <a:r>
              <a:rPr lang="en-US" altLang="zh-TW" dirty="0"/>
              <a:t>LBP</a:t>
            </a:r>
            <a:r>
              <a:rPr lang="zh-TW" altLang="en-US" dirty="0"/>
              <a:t>和</a:t>
            </a:r>
            <a:r>
              <a:rPr lang="en-US" altLang="zh-TW" dirty="0"/>
              <a:t>BFS</a:t>
            </a:r>
            <a:r>
              <a:rPr lang="zh-TW" altLang="en-US" dirty="0"/>
              <a:t>或</a:t>
            </a:r>
            <a:r>
              <a:rPr lang="en-US" altLang="zh-TW" dirty="0"/>
              <a:t>DFS</a:t>
            </a:r>
          </a:p>
        </p:txBody>
      </p:sp>
    </p:spTree>
    <p:extLst>
      <p:ext uri="{BB962C8B-B14F-4D97-AF65-F5344CB8AC3E}">
        <p14:creationId xmlns:p14="http://schemas.microsoft.com/office/powerpoint/2010/main" val="67216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A478E1C-5D24-43B3-91F2-36D6F0998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576" y="-3210"/>
            <a:ext cx="10515600" cy="1325563"/>
          </a:xfrm>
        </p:spPr>
        <p:txBody>
          <a:bodyPr/>
          <a:lstStyle/>
          <a:p>
            <a:r>
              <a:rPr lang="en-US" altLang="zh-TW" dirty="0"/>
              <a:t>Breakdown</a:t>
            </a:r>
            <a:endParaRPr lang="zh-TW" alt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9D72EA-E656-406B-A49B-C116DB539AC4}"/>
              </a:ext>
            </a:extLst>
          </p:cNvPr>
          <p:cNvSpPr/>
          <p:nvPr/>
        </p:nvSpPr>
        <p:spPr>
          <a:xfrm>
            <a:off x="2032542" y="3676904"/>
            <a:ext cx="1440000" cy="61806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抓邊</a:t>
            </a:r>
            <a:endParaRPr lang="en-US" altLang="zh-TW" dirty="0"/>
          </a:p>
          <a:p>
            <a:pPr algn="ctr"/>
            <a:r>
              <a:rPr lang="en-US" altLang="zh-TW" dirty="0"/>
              <a:t>(Sobel)</a:t>
            </a:r>
            <a:endParaRPr lang="zh-TW" alt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222FEF-8B05-4AB8-A4F4-D3A596A76857}"/>
              </a:ext>
            </a:extLst>
          </p:cNvPr>
          <p:cNvSpPr/>
          <p:nvPr/>
        </p:nvSpPr>
        <p:spPr>
          <a:xfrm>
            <a:off x="2981557" y="2518641"/>
            <a:ext cx="1440000" cy="61806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紋路</a:t>
            </a:r>
            <a:endParaRPr lang="en-US" altLang="zh-TW" dirty="0"/>
          </a:p>
          <a:p>
            <a:pPr algn="ctr"/>
            <a:r>
              <a:rPr lang="en-US" altLang="zh-TW" dirty="0"/>
              <a:t>(LBP)</a:t>
            </a:r>
            <a:endParaRPr lang="zh-TW" alt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F8F078-9CA8-4AC6-BEAF-8EAA6BF8ACE9}"/>
              </a:ext>
            </a:extLst>
          </p:cNvPr>
          <p:cNvSpPr/>
          <p:nvPr/>
        </p:nvSpPr>
        <p:spPr>
          <a:xfrm>
            <a:off x="9839040" y="2526425"/>
            <a:ext cx="1165136" cy="61806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上色</a:t>
            </a:r>
            <a:endParaRPr lang="en-US" altLang="zh-TW" dirty="0"/>
          </a:p>
          <a:p>
            <a:pPr algn="ctr"/>
            <a:r>
              <a:rPr lang="en-US" altLang="zh-TW" dirty="0"/>
              <a:t>(Labeling)</a:t>
            </a:r>
            <a:endParaRPr lang="zh-TW" alt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94A11E-4E6C-4E82-8900-DA2B7E229212}"/>
              </a:ext>
            </a:extLst>
          </p:cNvPr>
          <p:cNvSpPr/>
          <p:nvPr/>
        </p:nvSpPr>
        <p:spPr>
          <a:xfrm>
            <a:off x="4671156" y="2518641"/>
            <a:ext cx="1440000" cy="61806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馬路搜尋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FDF0E32-EA4F-4E27-9904-33BCFC02D9A0}"/>
              </a:ext>
            </a:extLst>
          </p:cNvPr>
          <p:cNvSpPr/>
          <p:nvPr/>
        </p:nvSpPr>
        <p:spPr>
          <a:xfrm>
            <a:off x="6603814" y="3676902"/>
            <a:ext cx="1440000" cy="900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值方圖前</a:t>
            </a:r>
            <a:r>
              <a:rPr lang="en-US" altLang="zh-TW" dirty="0"/>
              <a:t>N</a:t>
            </a:r>
            <a:r>
              <a:rPr lang="zh-TW" altLang="en-US" dirty="0"/>
              <a:t>大 </a:t>
            </a:r>
            <a:r>
              <a:rPr lang="en-US" altLang="zh-TW" dirty="0"/>
              <a:t>(Mode)</a:t>
            </a:r>
          </a:p>
          <a:p>
            <a:pPr algn="ctr"/>
            <a:r>
              <a:rPr lang="en-US" altLang="zh-TW" dirty="0"/>
              <a:t>(</a:t>
            </a:r>
            <a:r>
              <a:rPr lang="en-US" altLang="zh-TW" dirty="0" err="1"/>
              <a:t>hist_top_n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847CBB-A3A6-4DA6-B58F-7D4CA395B3BC}"/>
              </a:ext>
            </a:extLst>
          </p:cNvPr>
          <p:cNvSpPr/>
          <p:nvPr/>
        </p:nvSpPr>
        <p:spPr>
          <a:xfrm>
            <a:off x="5692824" y="326842"/>
            <a:ext cx="2243666" cy="85238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馬路分割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5A1CAAE4-868D-4833-AC78-3AFFEA88A408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rot="5400000">
            <a:off x="3718327" y="-576752"/>
            <a:ext cx="1340348" cy="4852313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B6290EDF-5EF2-47E7-9FFE-41B69A333D0F}"/>
              </a:ext>
            </a:extLst>
          </p:cNvPr>
          <p:cNvSpPr/>
          <p:nvPr/>
        </p:nvSpPr>
        <p:spPr>
          <a:xfrm>
            <a:off x="1242344" y="2519578"/>
            <a:ext cx="1440000" cy="61806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前處理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681376B8-B122-43AE-BDFC-98CFA5F212A7}"/>
              </a:ext>
            </a:extLst>
          </p:cNvPr>
          <p:cNvCxnSpPr>
            <a:cxnSpLocks/>
            <a:stCxn id="10" idx="2"/>
            <a:endCxn id="25" idx="0"/>
          </p:cNvCxnSpPr>
          <p:nvPr/>
        </p:nvCxnSpPr>
        <p:spPr>
          <a:xfrm rot="5400000">
            <a:off x="4588402" y="292385"/>
            <a:ext cx="1339411" cy="311310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FE763125-3B1E-4DD7-A1C0-F9B063EC5445}"/>
              </a:ext>
            </a:extLst>
          </p:cNvPr>
          <p:cNvSpPr/>
          <p:nvPr/>
        </p:nvSpPr>
        <p:spPr>
          <a:xfrm>
            <a:off x="7011629" y="2518641"/>
            <a:ext cx="2243666" cy="61806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紋路統計值方圖</a:t>
            </a:r>
            <a:endParaRPr lang="en-US" altLang="zh-TW" dirty="0"/>
          </a:p>
          <a:p>
            <a:pPr algn="ctr"/>
            <a:r>
              <a:rPr lang="en-US" altLang="zh-TW" dirty="0"/>
              <a:t>(Histogram)</a:t>
            </a:r>
            <a:endParaRPr lang="zh-TW" altLang="en-US" dirty="0"/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BE21781-5841-41A9-B1C4-5E6C1CFB308B}"/>
              </a:ext>
            </a:extLst>
          </p:cNvPr>
          <p:cNvCxnSpPr>
            <a:cxnSpLocks/>
            <a:stCxn id="10" idx="2"/>
            <a:endCxn id="41" idx="0"/>
          </p:cNvCxnSpPr>
          <p:nvPr/>
        </p:nvCxnSpPr>
        <p:spPr>
          <a:xfrm rot="16200000" flipH="1">
            <a:off x="6804354" y="1189532"/>
            <a:ext cx="1339411" cy="131880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1FE4C6C4-D62D-4CA6-8CEC-5E33587678BB}"/>
              </a:ext>
            </a:extLst>
          </p:cNvPr>
          <p:cNvCxnSpPr>
            <a:cxnSpLocks/>
            <a:stCxn id="10" idx="2"/>
            <a:endCxn id="28" idx="0"/>
          </p:cNvCxnSpPr>
          <p:nvPr/>
        </p:nvCxnSpPr>
        <p:spPr>
          <a:xfrm rot="5400000">
            <a:off x="5433202" y="1137185"/>
            <a:ext cx="1339411" cy="142350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757F239F-F800-48E5-A32C-6D3A9192AB93}"/>
              </a:ext>
            </a:extLst>
          </p:cNvPr>
          <p:cNvSpPr/>
          <p:nvPr/>
        </p:nvSpPr>
        <p:spPr>
          <a:xfrm>
            <a:off x="4671156" y="3676904"/>
            <a:ext cx="1440000" cy="61806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廣先搜尋</a:t>
            </a:r>
            <a:r>
              <a:rPr lang="en-US" altLang="zh-TW" dirty="0"/>
              <a:t>(BFS)</a:t>
            </a:r>
            <a:endParaRPr lang="zh-TW" alt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8D244EF-4256-4681-AAFA-7665C236390C}"/>
              </a:ext>
            </a:extLst>
          </p:cNvPr>
          <p:cNvSpPr/>
          <p:nvPr/>
        </p:nvSpPr>
        <p:spPr>
          <a:xfrm>
            <a:off x="5774328" y="5060704"/>
            <a:ext cx="1440000" cy="900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值方圖排列</a:t>
            </a:r>
            <a:endParaRPr lang="en-US" altLang="zh-TW" dirty="0"/>
          </a:p>
          <a:p>
            <a:pPr algn="ctr"/>
            <a:r>
              <a:rPr lang="en-US" altLang="zh-TW" dirty="0"/>
              <a:t>(</a:t>
            </a:r>
            <a:r>
              <a:rPr lang="en-US" altLang="zh-TW" dirty="0" err="1"/>
              <a:t>sort_hist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109" name="Connector: Elbow 108">
            <a:extLst>
              <a:ext uri="{FF2B5EF4-FFF2-40B4-BE49-F238E27FC236}">
                <a16:creationId xmlns:a16="http://schemas.microsoft.com/office/drawing/2014/main" id="{2821458F-6FCA-47C9-985D-F62236245139}"/>
              </a:ext>
            </a:extLst>
          </p:cNvPr>
          <p:cNvCxnSpPr>
            <a:cxnSpLocks/>
            <a:stCxn id="41" idx="2"/>
            <a:endCxn id="29" idx="0"/>
          </p:cNvCxnSpPr>
          <p:nvPr/>
        </p:nvCxnSpPr>
        <p:spPr>
          <a:xfrm rot="5400000">
            <a:off x="7458541" y="3001980"/>
            <a:ext cx="540195" cy="8096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8227769-DFE2-417F-9B7F-FE946A3406B1}"/>
              </a:ext>
            </a:extLst>
          </p:cNvPr>
          <p:cNvSpPr/>
          <p:nvPr/>
        </p:nvSpPr>
        <p:spPr>
          <a:xfrm>
            <a:off x="8242948" y="3676904"/>
            <a:ext cx="1440000" cy="89509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Mode </a:t>
            </a:r>
            <a:r>
              <a:rPr lang="zh-TW" altLang="en-US" sz="1600" dirty="0"/>
              <a:t>距離比對</a:t>
            </a:r>
            <a:endParaRPr lang="en-US" altLang="zh-TW" sz="1600" dirty="0"/>
          </a:p>
          <a:p>
            <a:pPr algn="ctr"/>
            <a:r>
              <a:rPr lang="en-US" altLang="zh-TW" sz="1600" dirty="0"/>
              <a:t>(</a:t>
            </a:r>
            <a:r>
              <a:rPr lang="en-US" altLang="zh-TW" sz="1600" dirty="0" err="1"/>
              <a:t>dist_compare</a:t>
            </a:r>
            <a:r>
              <a:rPr lang="en-US" altLang="zh-TW" sz="1600" dirty="0"/>
              <a:t>)</a:t>
            </a:r>
            <a:endParaRPr lang="zh-TW" altLang="en-US" sz="1600" dirty="0"/>
          </a:p>
        </p:txBody>
      </p: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5FF575A9-C470-4BCD-850A-63BA04E32426}"/>
              </a:ext>
            </a:extLst>
          </p:cNvPr>
          <p:cNvCxnSpPr>
            <a:cxnSpLocks/>
            <a:stCxn id="10" idx="2"/>
            <a:endCxn id="27" idx="0"/>
          </p:cNvCxnSpPr>
          <p:nvPr/>
        </p:nvCxnSpPr>
        <p:spPr>
          <a:xfrm rot="16200000" flipH="1">
            <a:off x="7944535" y="49351"/>
            <a:ext cx="1347195" cy="3606951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2EC815F-26A7-4859-8A44-F1D95A61D878}"/>
              </a:ext>
            </a:extLst>
          </p:cNvPr>
          <p:cNvCxnSpPr>
            <a:cxnSpLocks/>
            <a:stCxn id="28" idx="2"/>
            <a:endCxn id="55" idx="0"/>
          </p:cNvCxnSpPr>
          <p:nvPr/>
        </p:nvCxnSpPr>
        <p:spPr>
          <a:xfrm>
            <a:off x="5391156" y="3136707"/>
            <a:ext cx="0" cy="5401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22E40CD1-FDD5-4C66-806D-F4612E5CFC06}"/>
              </a:ext>
            </a:extLst>
          </p:cNvPr>
          <p:cNvCxnSpPr>
            <a:cxnSpLocks/>
            <a:stCxn id="41" idx="2"/>
            <a:endCxn id="115" idx="0"/>
          </p:cNvCxnSpPr>
          <p:nvPr/>
        </p:nvCxnSpPr>
        <p:spPr>
          <a:xfrm rot="16200000" flipH="1">
            <a:off x="8278107" y="2992062"/>
            <a:ext cx="540197" cy="82948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4E96257-C7F5-45D6-BC48-CF5F347C6FE6}"/>
              </a:ext>
            </a:extLst>
          </p:cNvPr>
          <p:cNvCxnSpPr>
            <a:cxnSpLocks/>
            <a:stCxn id="29" idx="2"/>
            <a:endCxn id="81" idx="0"/>
          </p:cNvCxnSpPr>
          <p:nvPr/>
        </p:nvCxnSpPr>
        <p:spPr>
          <a:xfrm rot="5400000">
            <a:off x="6667170" y="4404060"/>
            <a:ext cx="483802" cy="82948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B3AC97DC-B15C-4265-A376-21D2707D7072}"/>
              </a:ext>
            </a:extLst>
          </p:cNvPr>
          <p:cNvSpPr/>
          <p:nvPr/>
        </p:nvSpPr>
        <p:spPr>
          <a:xfrm>
            <a:off x="7413462" y="5060704"/>
            <a:ext cx="1440000" cy="900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</a:t>
            </a:r>
            <a:r>
              <a:rPr lang="en-US" altLang="zh-TW" dirty="0"/>
              <a:t>N</a:t>
            </a:r>
            <a:r>
              <a:rPr lang="zh-TW" altLang="en-US" dirty="0"/>
              <a:t> </a:t>
            </a:r>
            <a:r>
              <a:rPr lang="en-US" altLang="zh-TW" dirty="0"/>
              <a:t>Mode</a:t>
            </a:r>
            <a:r>
              <a:rPr lang="zh-TW" altLang="en-US" dirty="0"/>
              <a:t> 距離</a:t>
            </a:r>
            <a:endParaRPr lang="en-US" altLang="zh-TW" dirty="0"/>
          </a:p>
          <a:p>
            <a:pPr algn="ctr"/>
            <a:r>
              <a:rPr lang="en-US" altLang="zh-TW" dirty="0"/>
              <a:t>(</a:t>
            </a:r>
            <a:r>
              <a:rPr lang="en-US" altLang="zh-TW" dirty="0" err="1"/>
              <a:t>count_dist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02F7FB69-EC37-4EE6-9129-5D51C54AA1E3}"/>
              </a:ext>
            </a:extLst>
          </p:cNvPr>
          <p:cNvCxnSpPr>
            <a:cxnSpLocks/>
            <a:stCxn id="29" idx="2"/>
            <a:endCxn id="71" idx="0"/>
          </p:cNvCxnSpPr>
          <p:nvPr/>
        </p:nvCxnSpPr>
        <p:spPr>
          <a:xfrm rot="16200000" flipH="1">
            <a:off x="7486737" y="4413979"/>
            <a:ext cx="483802" cy="80964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5B95D257-35E4-4049-AC05-6A862EB6DAD2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 rot="16200000" flipH="1">
            <a:off x="2087813" y="3012175"/>
            <a:ext cx="539260" cy="79019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F8A1B120-F393-4842-A471-B3278D0AC8C2}"/>
              </a:ext>
            </a:extLst>
          </p:cNvPr>
          <p:cNvSpPr/>
          <p:nvPr/>
        </p:nvSpPr>
        <p:spPr>
          <a:xfrm>
            <a:off x="407074" y="3678934"/>
            <a:ext cx="1440000" cy="618066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灰階</a:t>
            </a:r>
            <a:endParaRPr lang="en-US" altLang="zh-TW" dirty="0"/>
          </a:p>
          <a:p>
            <a:pPr algn="ctr"/>
            <a:r>
              <a:rPr lang="en-US" altLang="zh-TW" dirty="0"/>
              <a:t>(Grayscale)</a:t>
            </a:r>
            <a:endParaRPr lang="zh-TW" altLang="en-US" dirty="0"/>
          </a:p>
        </p:txBody>
      </p: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CC676E60-46DC-465D-9887-3294ADD6DCF3}"/>
              </a:ext>
            </a:extLst>
          </p:cNvPr>
          <p:cNvCxnSpPr>
            <a:cxnSpLocks/>
            <a:stCxn id="19" idx="2"/>
            <a:endCxn id="83" idx="0"/>
          </p:cNvCxnSpPr>
          <p:nvPr/>
        </p:nvCxnSpPr>
        <p:spPr>
          <a:xfrm rot="5400000">
            <a:off x="1274064" y="2990654"/>
            <a:ext cx="541290" cy="83527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280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553043-276B-4F30-AC63-A3C4D6F4EEC6}"/>
              </a:ext>
            </a:extLst>
          </p:cNvPr>
          <p:cNvSpPr/>
          <p:nvPr/>
        </p:nvSpPr>
        <p:spPr>
          <a:xfrm>
            <a:off x="2544103" y="3382775"/>
            <a:ext cx="1008000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Sobel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C53301-D70B-48E8-834C-CFC07477ACB7}"/>
              </a:ext>
            </a:extLst>
          </p:cNvPr>
          <p:cNvSpPr/>
          <p:nvPr/>
        </p:nvSpPr>
        <p:spPr>
          <a:xfrm>
            <a:off x="5869853" y="3382774"/>
            <a:ext cx="1008000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LBP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3A9EA6-FB28-4D69-9E87-D5F4FC2355AD}"/>
              </a:ext>
            </a:extLst>
          </p:cNvPr>
          <p:cNvSpPr/>
          <p:nvPr/>
        </p:nvSpPr>
        <p:spPr>
          <a:xfrm>
            <a:off x="1145065" y="4623433"/>
            <a:ext cx="1008000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count_dist</a:t>
            </a:r>
            <a:endParaRPr lang="en-US" altLang="zh-TW" sz="1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A2B030E-9FDB-4819-9689-A080918F9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477" y="3308753"/>
            <a:ext cx="359720" cy="28044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85C1262-2B06-4484-B773-8E7F91DC6B26}"/>
              </a:ext>
            </a:extLst>
          </p:cNvPr>
          <p:cNvSpPr txBox="1"/>
          <p:nvPr/>
        </p:nvSpPr>
        <p:spPr>
          <a:xfrm>
            <a:off x="2027841" y="3062813"/>
            <a:ext cx="2269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Sobel Kernel Size</a:t>
            </a:r>
            <a:endParaRPr lang="zh-TW" altLang="en-US" sz="1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5C46C2-98B7-4E66-8366-3DE68ACEDF9D}"/>
              </a:ext>
            </a:extLst>
          </p:cNvPr>
          <p:cNvGrpSpPr/>
          <p:nvPr/>
        </p:nvGrpSpPr>
        <p:grpSpPr>
          <a:xfrm>
            <a:off x="1656111" y="3900161"/>
            <a:ext cx="1212517" cy="345062"/>
            <a:chOff x="741476" y="3260412"/>
            <a:chExt cx="1702263" cy="34506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1607EDC-9401-4CAC-BA2D-87C6790E9880}"/>
                </a:ext>
              </a:extLst>
            </p:cNvPr>
            <p:cNvCxnSpPr>
              <a:cxnSpLocks/>
            </p:cNvCxnSpPr>
            <p:nvPr/>
          </p:nvCxnSpPr>
          <p:spPr>
            <a:xfrm>
              <a:off x="1422570" y="3260412"/>
              <a:ext cx="588648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2BF97E-D781-4E87-BDB4-A89F7A66F029}"/>
                </a:ext>
              </a:extLst>
            </p:cNvPr>
            <p:cNvSpPr txBox="1"/>
            <p:nvPr/>
          </p:nvSpPr>
          <p:spPr>
            <a:xfrm>
              <a:off x="741476" y="3328475"/>
              <a:ext cx="17022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Grayscale Image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CC5D85-43B1-4B6A-9FCE-5AE408C23E89}"/>
              </a:ext>
            </a:extLst>
          </p:cNvPr>
          <p:cNvGrpSpPr/>
          <p:nvPr/>
        </p:nvGrpSpPr>
        <p:grpSpPr>
          <a:xfrm>
            <a:off x="3452773" y="3935223"/>
            <a:ext cx="1051658" cy="296446"/>
            <a:chOff x="2676772" y="3295474"/>
            <a:chExt cx="1051658" cy="296446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D27FA63-F8F3-482A-B653-642080FE423B}"/>
                </a:ext>
              </a:extLst>
            </p:cNvPr>
            <p:cNvCxnSpPr>
              <a:cxnSpLocks/>
            </p:cNvCxnSpPr>
            <p:nvPr/>
          </p:nvCxnSpPr>
          <p:spPr>
            <a:xfrm>
              <a:off x="2777997" y="3295474"/>
              <a:ext cx="75870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592105E-F229-4296-A194-5FEB917B022A}"/>
                </a:ext>
              </a:extLst>
            </p:cNvPr>
            <p:cNvSpPr txBox="1"/>
            <p:nvPr/>
          </p:nvSpPr>
          <p:spPr>
            <a:xfrm>
              <a:off x="2676772" y="3314921"/>
              <a:ext cx="10516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Sobel Image</a:t>
              </a:r>
              <a:endParaRPr lang="zh-TW" altLang="en-US" sz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9DD6E50-714A-45F3-A2EE-DC355D652F4D}"/>
              </a:ext>
            </a:extLst>
          </p:cNvPr>
          <p:cNvGrpSpPr/>
          <p:nvPr/>
        </p:nvGrpSpPr>
        <p:grpSpPr>
          <a:xfrm>
            <a:off x="6846442" y="3935223"/>
            <a:ext cx="798737" cy="502485"/>
            <a:chOff x="5921053" y="3295474"/>
            <a:chExt cx="798737" cy="502485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7EDA9F99-B45B-41D7-9A7A-2A76AD46BBC6}"/>
                </a:ext>
              </a:extLst>
            </p:cNvPr>
            <p:cNvCxnSpPr>
              <a:cxnSpLocks/>
            </p:cNvCxnSpPr>
            <p:nvPr/>
          </p:nvCxnSpPr>
          <p:spPr>
            <a:xfrm>
              <a:off x="5965664" y="3295474"/>
              <a:ext cx="60659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151ED0C-8E49-4CFA-9531-A2A841F4A31A}"/>
                </a:ext>
              </a:extLst>
            </p:cNvPr>
            <p:cNvSpPr txBox="1"/>
            <p:nvPr/>
          </p:nvSpPr>
          <p:spPr>
            <a:xfrm>
              <a:off x="5921053" y="3336294"/>
              <a:ext cx="7987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LBP Array [N,N]</a:t>
              </a:r>
              <a:endParaRPr lang="zh-TW" altLang="en-US" sz="1200" dirty="0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94A002C0-6EAA-45DE-9C35-041FBC062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597" y="3090455"/>
            <a:ext cx="756255" cy="514187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5593095-55CC-47C3-9B76-11A8FB97F450}"/>
              </a:ext>
            </a:extLst>
          </p:cNvPr>
          <p:cNvSpPr txBox="1"/>
          <p:nvPr/>
        </p:nvSpPr>
        <p:spPr>
          <a:xfrm>
            <a:off x="3485029" y="2828236"/>
            <a:ext cx="827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BFS Stride</a:t>
            </a:r>
            <a:endParaRPr lang="zh-TW" altLang="en-US" sz="12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0F228E88-B8D6-414A-9401-82A445806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568" y="3229867"/>
            <a:ext cx="530397" cy="524301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0E07E764-0263-41E8-B994-0B36A4B2E131}"/>
              </a:ext>
            </a:extLst>
          </p:cNvPr>
          <p:cNvSpPr txBox="1"/>
          <p:nvPr/>
        </p:nvSpPr>
        <p:spPr>
          <a:xfrm>
            <a:off x="3801568" y="3088496"/>
            <a:ext cx="1337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Kernel</a:t>
            </a:r>
            <a:r>
              <a:rPr lang="zh-TW" altLang="en-US" sz="1200" dirty="0"/>
              <a:t> </a:t>
            </a:r>
            <a:r>
              <a:rPr lang="en-US" altLang="zh-TW" sz="1200" dirty="0"/>
              <a:t>Size N</a:t>
            </a:r>
            <a:endParaRPr lang="zh-TW" altLang="en-US" sz="1200" dirty="0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DB5E1072-8D26-4F98-A71F-2577C6CAB862}"/>
              </a:ext>
            </a:extLst>
          </p:cNvPr>
          <p:cNvCxnSpPr>
            <a:cxnSpLocks/>
            <a:endCxn id="8" idx="1"/>
          </p:cNvCxnSpPr>
          <p:nvPr/>
        </p:nvCxnSpPr>
        <p:spPr>
          <a:xfrm rot="10800000" flipV="1">
            <a:off x="1145065" y="4388613"/>
            <a:ext cx="10615248" cy="558820"/>
          </a:xfrm>
          <a:prstGeom prst="bentConnector3">
            <a:avLst>
              <a:gd name="adj1" fmla="val 102154"/>
            </a:avLst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3056F-2B91-4BBF-8580-88507261EE32}"/>
              </a:ext>
            </a:extLst>
          </p:cNvPr>
          <p:cNvGrpSpPr/>
          <p:nvPr/>
        </p:nvGrpSpPr>
        <p:grpSpPr>
          <a:xfrm>
            <a:off x="5260908" y="3941482"/>
            <a:ext cx="956469" cy="311560"/>
            <a:chOff x="6696666" y="3880469"/>
            <a:chExt cx="1337736" cy="311560"/>
          </a:xfrm>
        </p:grpSpPr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EEEC336-CEE7-4BF8-9956-06C42C61CC91}"/>
                </a:ext>
              </a:extLst>
            </p:cNvPr>
            <p:cNvCxnSpPr>
              <a:cxnSpLocks/>
            </p:cNvCxnSpPr>
            <p:nvPr/>
          </p:nvCxnSpPr>
          <p:spPr>
            <a:xfrm>
              <a:off x="6764968" y="3880469"/>
              <a:ext cx="76755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DC88130-8D06-4CBA-A3E3-F31F66EE5ACF}"/>
                </a:ext>
              </a:extLst>
            </p:cNvPr>
            <p:cNvSpPr txBox="1"/>
            <p:nvPr/>
          </p:nvSpPr>
          <p:spPr>
            <a:xfrm>
              <a:off x="6696666" y="3915030"/>
              <a:ext cx="13377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N x N matrices</a:t>
              </a:r>
              <a:endParaRPr lang="zh-TW" altLang="en-US" sz="12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CBCD9E4-A721-4F63-9355-40E114ECB8C0}"/>
              </a:ext>
            </a:extLst>
          </p:cNvPr>
          <p:cNvGrpSpPr/>
          <p:nvPr/>
        </p:nvGrpSpPr>
        <p:grpSpPr>
          <a:xfrm>
            <a:off x="11394088" y="3868894"/>
            <a:ext cx="330552" cy="519718"/>
            <a:chOff x="11394088" y="2274609"/>
            <a:chExt cx="330552" cy="519718"/>
          </a:xfrm>
        </p:grpSpPr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E6169CE9-8FAE-46AC-80BC-814ADB733D3C}"/>
                </a:ext>
              </a:extLst>
            </p:cNvPr>
            <p:cNvCxnSpPr>
              <a:cxnSpLocks/>
            </p:cNvCxnSpPr>
            <p:nvPr/>
          </p:nvCxnSpPr>
          <p:spPr>
            <a:xfrm>
              <a:off x="11394088" y="2291208"/>
              <a:ext cx="330552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7129F807-58F5-41E5-9DE5-01A62828B2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24640" y="2274609"/>
              <a:ext cx="0" cy="519718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CFE2F39-209A-4FE6-930E-72C37DE1D220}"/>
              </a:ext>
            </a:extLst>
          </p:cNvPr>
          <p:cNvCxnSpPr>
            <a:cxnSpLocks/>
          </p:cNvCxnSpPr>
          <p:nvPr/>
        </p:nvCxnSpPr>
        <p:spPr>
          <a:xfrm>
            <a:off x="5548356" y="5094283"/>
            <a:ext cx="103532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4C22E6D6-2107-424E-B845-FCB82496BFD2}"/>
              </a:ext>
            </a:extLst>
          </p:cNvPr>
          <p:cNvSpPr txBox="1"/>
          <p:nvPr/>
        </p:nvSpPr>
        <p:spPr>
          <a:xfrm>
            <a:off x="5663271" y="4810500"/>
            <a:ext cx="1051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Result Image</a:t>
            </a:r>
            <a:endParaRPr lang="zh-TW" altLang="en-US" sz="1200" dirty="0"/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09E024C2-5287-472F-9DB1-DB137478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36"/>
            <a:ext cx="10515600" cy="1325563"/>
          </a:xfrm>
        </p:spPr>
        <p:txBody>
          <a:bodyPr/>
          <a:lstStyle/>
          <a:p>
            <a:r>
              <a:rPr lang="en-US" altLang="zh-TW" dirty="0"/>
              <a:t>Architecture Diagram</a:t>
            </a:r>
            <a:endParaRPr lang="zh-TW" altLang="en-US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B508BFA8-D5BC-4F31-AF35-01DF5F984D52}"/>
              </a:ext>
            </a:extLst>
          </p:cNvPr>
          <p:cNvSpPr/>
          <p:nvPr/>
        </p:nvSpPr>
        <p:spPr>
          <a:xfrm>
            <a:off x="468619" y="1732513"/>
            <a:ext cx="1329265" cy="7855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/>
              <a:t>Param Setting</a:t>
            </a:r>
            <a:endParaRPr lang="en-US" altLang="zh-TW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4B19AD8C-231C-4DA2-890E-F7C3AA4619B1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1797884" y="2125289"/>
            <a:ext cx="76214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54811C73-E04E-4711-A48C-675EB3340805}"/>
              </a:ext>
            </a:extLst>
          </p:cNvPr>
          <p:cNvSpPr/>
          <p:nvPr/>
        </p:nvSpPr>
        <p:spPr>
          <a:xfrm>
            <a:off x="4290431" y="3382775"/>
            <a:ext cx="1008000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BFS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D5C7866-46A2-40E5-A5B0-7E7CEBE3CFD8}"/>
              </a:ext>
            </a:extLst>
          </p:cNvPr>
          <p:cNvSpPr/>
          <p:nvPr/>
        </p:nvSpPr>
        <p:spPr>
          <a:xfrm>
            <a:off x="7486052" y="3365495"/>
            <a:ext cx="1008000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Histogram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25E3AEE-CDBF-41A9-A60F-E9C1652A411C}"/>
              </a:ext>
            </a:extLst>
          </p:cNvPr>
          <p:cNvSpPr/>
          <p:nvPr/>
        </p:nvSpPr>
        <p:spPr>
          <a:xfrm>
            <a:off x="1133252" y="3347252"/>
            <a:ext cx="1008000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Grayscale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C600345-85C0-4870-BC4A-CA28930D7DF7}"/>
              </a:ext>
            </a:extLst>
          </p:cNvPr>
          <p:cNvGrpSpPr/>
          <p:nvPr/>
        </p:nvGrpSpPr>
        <p:grpSpPr>
          <a:xfrm>
            <a:off x="271726" y="3900161"/>
            <a:ext cx="1242866" cy="388718"/>
            <a:chOff x="1141084" y="3260412"/>
            <a:chExt cx="1242866" cy="388718"/>
          </a:xfrm>
        </p:grpSpPr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1FAD3C41-3C7A-47FE-BA32-B543C28ED438}"/>
                </a:ext>
              </a:extLst>
            </p:cNvPr>
            <p:cNvCxnSpPr>
              <a:cxnSpLocks/>
            </p:cNvCxnSpPr>
            <p:nvPr/>
          </p:nvCxnSpPr>
          <p:spPr>
            <a:xfrm>
              <a:off x="1365251" y="3260412"/>
              <a:ext cx="645966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E9FB731-BCD6-452F-B4E0-306859D2F2B7}"/>
                </a:ext>
              </a:extLst>
            </p:cNvPr>
            <p:cNvSpPr txBox="1"/>
            <p:nvPr/>
          </p:nvSpPr>
          <p:spPr>
            <a:xfrm>
              <a:off x="1141084" y="3372131"/>
              <a:ext cx="12428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Input Image[L,W]</a:t>
              </a:r>
            </a:p>
          </p:txBody>
        </p:sp>
      </p:grpSp>
      <p:pic>
        <p:nvPicPr>
          <p:cNvPr id="87" name="Picture 86">
            <a:extLst>
              <a:ext uri="{FF2B5EF4-FFF2-40B4-BE49-F238E27FC236}">
                <a16:creationId xmlns:a16="http://schemas.microsoft.com/office/drawing/2014/main" id="{C405CFCA-8A75-481A-8312-1A2B1EB3A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843" y="3062813"/>
            <a:ext cx="504305" cy="51418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D16232BC-4F8A-40FC-8D37-C4330A1840C3}"/>
              </a:ext>
            </a:extLst>
          </p:cNvPr>
          <p:cNvSpPr txBox="1"/>
          <p:nvPr/>
        </p:nvSpPr>
        <p:spPr>
          <a:xfrm>
            <a:off x="5254237" y="2810949"/>
            <a:ext cx="956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LBP Kernel</a:t>
            </a:r>
            <a:endParaRPr lang="zh-TW" altLang="en-US" sz="12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F04858BB-F09D-4915-BF7D-0050E7F5DAB8}"/>
              </a:ext>
            </a:extLst>
          </p:cNvPr>
          <p:cNvSpPr/>
          <p:nvPr/>
        </p:nvSpPr>
        <p:spPr>
          <a:xfrm>
            <a:off x="8919457" y="3347738"/>
            <a:ext cx="1008000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sort_hist</a:t>
            </a:r>
            <a:endParaRPr lang="en-US" altLang="zh-TW" sz="1400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8757C6DC-6232-4732-88F8-4CD29A76468D}"/>
              </a:ext>
            </a:extLst>
          </p:cNvPr>
          <p:cNvGrpSpPr/>
          <p:nvPr/>
        </p:nvGrpSpPr>
        <p:grpSpPr>
          <a:xfrm>
            <a:off x="8318005" y="3918871"/>
            <a:ext cx="798736" cy="317819"/>
            <a:chOff x="5719819" y="3295474"/>
            <a:chExt cx="1132051" cy="317819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A2806BB6-4B0E-4020-BAF1-3F3749914BE3}"/>
                </a:ext>
              </a:extLst>
            </p:cNvPr>
            <p:cNvCxnSpPr>
              <a:cxnSpLocks/>
            </p:cNvCxnSpPr>
            <p:nvPr/>
          </p:nvCxnSpPr>
          <p:spPr>
            <a:xfrm>
              <a:off x="5965664" y="3295474"/>
              <a:ext cx="60659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1A765B98-DBBF-40D6-83CF-1515FBB45682}"/>
                </a:ext>
              </a:extLst>
            </p:cNvPr>
            <p:cNvSpPr txBox="1"/>
            <p:nvPr/>
          </p:nvSpPr>
          <p:spPr>
            <a:xfrm>
              <a:off x="5719819" y="3336294"/>
              <a:ext cx="11320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Hist[256]</a:t>
              </a:r>
              <a:endParaRPr lang="zh-TW" altLang="en-US" sz="1200" dirty="0"/>
            </a:p>
          </p:txBody>
        </p:sp>
      </p:grpSp>
      <p:pic>
        <p:nvPicPr>
          <p:cNvPr id="99" name="Picture 98">
            <a:extLst>
              <a:ext uri="{FF2B5EF4-FFF2-40B4-BE49-F238E27FC236}">
                <a16:creationId xmlns:a16="http://schemas.microsoft.com/office/drawing/2014/main" id="{6F2A150D-E5E3-4D58-AA8B-58A89CD7D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9567" y="3127723"/>
            <a:ext cx="327170" cy="435771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40B8F33B-5743-4E49-B69D-C92AC0B0BA17}"/>
              </a:ext>
            </a:extLst>
          </p:cNvPr>
          <p:cNvSpPr txBox="1"/>
          <p:nvPr/>
        </p:nvSpPr>
        <p:spPr>
          <a:xfrm>
            <a:off x="9936390" y="2898811"/>
            <a:ext cx="3099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N</a:t>
            </a:r>
            <a:endParaRPr lang="zh-TW" altLang="en-US" sz="1200" dirty="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2B65362-6A8D-4FFB-B3FB-C0D33A9902D3}"/>
              </a:ext>
            </a:extLst>
          </p:cNvPr>
          <p:cNvSpPr/>
          <p:nvPr/>
        </p:nvSpPr>
        <p:spPr>
          <a:xfrm>
            <a:off x="10345800" y="3347713"/>
            <a:ext cx="1008000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hist_top_n</a:t>
            </a:r>
            <a:endParaRPr lang="en-US" altLang="zh-TW" sz="1400" dirty="0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D9D084E-F27F-48F5-825D-5E24ABB20637}"/>
              </a:ext>
            </a:extLst>
          </p:cNvPr>
          <p:cNvGrpSpPr/>
          <p:nvPr/>
        </p:nvGrpSpPr>
        <p:grpSpPr>
          <a:xfrm>
            <a:off x="9753502" y="3895507"/>
            <a:ext cx="798736" cy="317819"/>
            <a:chOff x="5719819" y="3295474"/>
            <a:chExt cx="1132051" cy="317819"/>
          </a:xfrm>
        </p:grpSpPr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64DF7FEC-4D43-4FA2-88E9-23F6E04D19C8}"/>
                </a:ext>
              </a:extLst>
            </p:cNvPr>
            <p:cNvCxnSpPr>
              <a:cxnSpLocks/>
            </p:cNvCxnSpPr>
            <p:nvPr/>
          </p:nvCxnSpPr>
          <p:spPr>
            <a:xfrm>
              <a:off x="5965664" y="3295474"/>
              <a:ext cx="60659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39D49C-39B0-496A-B206-54F2E1D303D6}"/>
                </a:ext>
              </a:extLst>
            </p:cNvPr>
            <p:cNvSpPr txBox="1"/>
            <p:nvPr/>
          </p:nvSpPr>
          <p:spPr>
            <a:xfrm>
              <a:off x="5719819" y="3336294"/>
              <a:ext cx="11320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Hist[256]</a:t>
              </a:r>
              <a:endParaRPr lang="zh-TW" altLang="en-US" sz="1200" dirty="0"/>
            </a:p>
          </p:txBody>
        </p: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CC306A6F-81E6-475A-8B05-668FB7729C87}"/>
              </a:ext>
            </a:extLst>
          </p:cNvPr>
          <p:cNvSpPr txBox="1"/>
          <p:nvPr/>
        </p:nvSpPr>
        <p:spPr>
          <a:xfrm>
            <a:off x="293047" y="5007641"/>
            <a:ext cx="10516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Mode [N,2]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2A9BC29-0B33-4266-8BBA-C6204FA5AF57}"/>
              </a:ext>
            </a:extLst>
          </p:cNvPr>
          <p:cNvSpPr/>
          <p:nvPr/>
        </p:nvSpPr>
        <p:spPr>
          <a:xfrm>
            <a:off x="2560544" y="4617223"/>
            <a:ext cx="1241024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 err="1"/>
              <a:t>dist_compare</a:t>
            </a:r>
            <a:endParaRPr lang="en-US" altLang="zh-TW" sz="1400" dirty="0"/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5EBFF9D-72C1-47AA-888D-75B7EEC014DC}"/>
              </a:ext>
            </a:extLst>
          </p:cNvPr>
          <p:cNvGrpSpPr/>
          <p:nvPr/>
        </p:nvGrpSpPr>
        <p:grpSpPr>
          <a:xfrm>
            <a:off x="2141252" y="5119744"/>
            <a:ext cx="635864" cy="309787"/>
            <a:chOff x="2775661" y="3295474"/>
            <a:chExt cx="635864" cy="309787"/>
          </a:xfrm>
        </p:grpSpPr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F4E3F911-9686-4FB4-A4DF-D9AD2CAEA732}"/>
                </a:ext>
              </a:extLst>
            </p:cNvPr>
            <p:cNvCxnSpPr>
              <a:cxnSpLocks/>
            </p:cNvCxnSpPr>
            <p:nvPr/>
          </p:nvCxnSpPr>
          <p:spPr>
            <a:xfrm>
              <a:off x="2777997" y="3295474"/>
              <a:ext cx="400515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00A7964-02A5-43F9-A7F9-9D81343FD27E}"/>
                </a:ext>
              </a:extLst>
            </p:cNvPr>
            <p:cNvSpPr txBox="1"/>
            <p:nvPr/>
          </p:nvSpPr>
          <p:spPr>
            <a:xfrm>
              <a:off x="2775661" y="3328262"/>
              <a:ext cx="635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 err="1"/>
                <a:t>Dist</a:t>
              </a:r>
              <a:endParaRPr lang="zh-TW" altLang="en-US" sz="1200" dirty="0"/>
            </a:p>
          </p:txBody>
        </p:sp>
      </p:grpSp>
      <p:pic>
        <p:nvPicPr>
          <p:cNvPr id="179" name="Picture 178">
            <a:extLst>
              <a:ext uri="{FF2B5EF4-FFF2-40B4-BE49-F238E27FC236}">
                <a16:creationId xmlns:a16="http://schemas.microsoft.com/office/drawing/2014/main" id="{C4480E10-5F35-4D14-AF49-D5459AB5B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890" y="4638097"/>
            <a:ext cx="359720" cy="280440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664B917D-5DFC-471E-9657-1DDFB7F7057D}"/>
              </a:ext>
            </a:extLst>
          </p:cNvPr>
          <p:cNvSpPr txBox="1"/>
          <p:nvPr/>
        </p:nvSpPr>
        <p:spPr>
          <a:xfrm>
            <a:off x="2022254" y="4392157"/>
            <a:ext cx="22695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Threshold</a:t>
            </a:r>
            <a:endParaRPr lang="zh-TW" altLang="en-US" sz="1200" dirty="0"/>
          </a:p>
        </p:txBody>
      </p: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CC28693B-B9A0-49C5-A3C7-82F42028DF9E}"/>
              </a:ext>
            </a:extLst>
          </p:cNvPr>
          <p:cNvCxnSpPr>
            <a:cxnSpLocks/>
          </p:cNvCxnSpPr>
          <p:nvPr/>
        </p:nvCxnSpPr>
        <p:spPr>
          <a:xfrm>
            <a:off x="3801568" y="5094283"/>
            <a:ext cx="724504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5859EAF4-54BB-43AC-A946-21AE89C2444C}"/>
              </a:ext>
            </a:extLst>
          </p:cNvPr>
          <p:cNvSpPr txBox="1"/>
          <p:nvPr/>
        </p:nvSpPr>
        <p:spPr>
          <a:xfrm>
            <a:off x="3781884" y="5144859"/>
            <a:ext cx="889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/>
              <a:t>Mask[L,W]</a:t>
            </a:r>
            <a:endParaRPr lang="zh-TW" altLang="en-US" sz="1200" dirty="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1B9B09E-38A7-4F34-890A-F9562592AEA9}"/>
              </a:ext>
            </a:extLst>
          </p:cNvPr>
          <p:cNvSpPr/>
          <p:nvPr/>
        </p:nvSpPr>
        <p:spPr>
          <a:xfrm>
            <a:off x="4533901" y="4609504"/>
            <a:ext cx="1008000" cy="648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Labeling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6049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BDC0-3EBE-4F40-9EE5-934362D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"/>
            <a:ext cx="3640667" cy="1325563"/>
          </a:xfrm>
        </p:spPr>
        <p:txBody>
          <a:bodyPr/>
          <a:lstStyle/>
          <a:p>
            <a:r>
              <a:rPr lang="en-US" altLang="zh-TW" dirty="0"/>
              <a:t>Flowchart</a:t>
            </a:r>
            <a:endParaRPr lang="zh-TW" alt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01004C-80D1-44C9-9C00-597481C06110}"/>
              </a:ext>
            </a:extLst>
          </p:cNvPr>
          <p:cNvSpPr/>
          <p:nvPr/>
        </p:nvSpPr>
        <p:spPr>
          <a:xfrm>
            <a:off x="4504267" y="174857"/>
            <a:ext cx="2880000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/>
              <a:t>開始 </a:t>
            </a:r>
            <a:r>
              <a:rPr lang="en-US" altLang="zh-TW" sz="1600" dirty="0"/>
              <a:t>(</a:t>
            </a:r>
            <a:r>
              <a:rPr lang="zh-TW" altLang="en-US" sz="1600" dirty="0"/>
              <a:t>原圖輸入</a:t>
            </a:r>
            <a:r>
              <a:rPr lang="en-US" altLang="zh-TW" sz="1600" dirty="0"/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FDEB7-DE47-4FC0-9EF1-6070F5F8E577}"/>
              </a:ext>
            </a:extLst>
          </p:cNvPr>
          <p:cNvSpPr/>
          <p:nvPr/>
        </p:nvSpPr>
        <p:spPr>
          <a:xfrm>
            <a:off x="4504267" y="647284"/>
            <a:ext cx="2880000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Grayscale</a:t>
            </a:r>
            <a:r>
              <a:rPr lang="zh-TW" altLang="en-US" sz="1600" dirty="0"/>
              <a:t>處理</a:t>
            </a:r>
            <a:endParaRPr lang="en-US" altLang="zh-TW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18C2B-DED5-4C83-8580-ADA401DDE0A9}"/>
              </a:ext>
            </a:extLst>
          </p:cNvPr>
          <p:cNvSpPr/>
          <p:nvPr/>
        </p:nvSpPr>
        <p:spPr>
          <a:xfrm>
            <a:off x="4504267" y="1119712"/>
            <a:ext cx="2880000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Sobel</a:t>
            </a:r>
            <a:r>
              <a:rPr lang="zh-TW" altLang="en-US" sz="1600" dirty="0"/>
              <a:t>處理</a:t>
            </a:r>
            <a:endParaRPr lang="en-US" altLang="zh-TW" sz="16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2026F7-0D05-4483-A5A5-6FCE1830CFD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5944267" y="462857"/>
            <a:ext cx="0" cy="18442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3CBC6F-6C43-4099-9738-77B5AAB360F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944267" y="935284"/>
            <a:ext cx="0" cy="18442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BEBB8EE-6B4C-48D8-A6E6-4F9172B3E65B}"/>
              </a:ext>
            </a:extLst>
          </p:cNvPr>
          <p:cNvSpPr/>
          <p:nvPr/>
        </p:nvSpPr>
        <p:spPr>
          <a:xfrm>
            <a:off x="4504267" y="2667877"/>
            <a:ext cx="2880000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/>
              <a:t>取</a:t>
            </a:r>
            <a:r>
              <a:rPr lang="en-US" altLang="zh-TW" sz="1600" dirty="0" err="1"/>
              <a:t>big_kernel</a:t>
            </a:r>
            <a:r>
              <a:rPr lang="en-US" altLang="zh-TW" sz="1600" dirty="0"/>
              <a:t>[</a:t>
            </a:r>
            <a:r>
              <a:rPr lang="en-US" altLang="zh-TW" sz="1600" dirty="0" err="1"/>
              <a:t>i,j</a:t>
            </a:r>
            <a:r>
              <a:rPr lang="en-US" altLang="zh-TW" sz="1600" dirty="0"/>
              <a:t>]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B520D8-C19E-4428-B4C7-230387247968}"/>
              </a:ext>
            </a:extLst>
          </p:cNvPr>
          <p:cNvCxnSpPr>
            <a:cxnSpLocks/>
            <a:stCxn id="8" idx="2"/>
            <a:endCxn id="23" idx="0"/>
          </p:cNvCxnSpPr>
          <p:nvPr/>
        </p:nvCxnSpPr>
        <p:spPr>
          <a:xfrm>
            <a:off x="5944267" y="1407712"/>
            <a:ext cx="0" cy="72943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DAFC887-9AA2-4755-80A1-C77E6A4CB936}"/>
              </a:ext>
            </a:extLst>
          </p:cNvPr>
          <p:cNvSpPr/>
          <p:nvPr/>
        </p:nvSpPr>
        <p:spPr>
          <a:xfrm>
            <a:off x="4504267" y="2137150"/>
            <a:ext cx="2880000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/>
              <a:t>取</a:t>
            </a:r>
            <a:r>
              <a:rPr lang="en-US" altLang="zh-TW" sz="1600" dirty="0" err="1"/>
              <a:t>big_kernel</a:t>
            </a:r>
            <a:r>
              <a:rPr lang="en-US" altLang="zh-TW" sz="1600" dirty="0"/>
              <a:t> (N</a:t>
            </a:r>
            <a:r>
              <a:rPr lang="zh-TW" altLang="en-US" sz="1600" dirty="0"/>
              <a:t> </a:t>
            </a:r>
            <a:r>
              <a:rPr lang="en-US" altLang="zh-TW" sz="1600" dirty="0"/>
              <a:t>x N Matrices)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E27B449-149E-43CD-B91D-ADA0B19DACC2}"/>
              </a:ext>
            </a:extLst>
          </p:cNvPr>
          <p:cNvCxnSpPr>
            <a:cxnSpLocks/>
            <a:stCxn id="23" idx="2"/>
            <a:endCxn id="15" idx="0"/>
          </p:cNvCxnSpPr>
          <p:nvPr/>
        </p:nvCxnSpPr>
        <p:spPr>
          <a:xfrm>
            <a:off x="5944267" y="2425150"/>
            <a:ext cx="0" cy="24272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7DA376BD-5F67-457B-B8BF-E49532F0A01C}"/>
              </a:ext>
            </a:extLst>
          </p:cNvPr>
          <p:cNvSpPr/>
          <p:nvPr/>
        </p:nvSpPr>
        <p:spPr>
          <a:xfrm>
            <a:off x="4504267" y="3167615"/>
            <a:ext cx="2880000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dirty="0"/>
              <a:t>LBP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3B17416-3FF9-4801-AE2A-30124331616B}"/>
              </a:ext>
            </a:extLst>
          </p:cNvPr>
          <p:cNvCxnSpPr>
            <a:cxnSpLocks/>
            <a:stCxn id="15" idx="2"/>
            <a:endCxn id="52" idx="0"/>
          </p:cNvCxnSpPr>
          <p:nvPr/>
        </p:nvCxnSpPr>
        <p:spPr>
          <a:xfrm>
            <a:off x="5944267" y="2955877"/>
            <a:ext cx="0" cy="21173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51C18D14-183A-4C6D-A8B3-1833631A2BFB}"/>
              </a:ext>
            </a:extLst>
          </p:cNvPr>
          <p:cNvSpPr/>
          <p:nvPr/>
        </p:nvSpPr>
        <p:spPr>
          <a:xfrm>
            <a:off x="4504267" y="3658141"/>
            <a:ext cx="2880000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/>
              <a:t>加到</a:t>
            </a:r>
            <a:r>
              <a:rPr lang="en-US" altLang="zh-TW" sz="1600" dirty="0"/>
              <a:t>Histogram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D5C4F36-821C-4DA3-B749-8F918E0A9F29}"/>
              </a:ext>
            </a:extLst>
          </p:cNvPr>
          <p:cNvCxnSpPr>
            <a:cxnSpLocks/>
            <a:stCxn id="52" idx="2"/>
            <a:endCxn id="55" idx="0"/>
          </p:cNvCxnSpPr>
          <p:nvPr/>
        </p:nvCxnSpPr>
        <p:spPr>
          <a:xfrm>
            <a:off x="5944267" y="3455615"/>
            <a:ext cx="0" cy="20252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lowchart: Decision 82">
            <a:extLst>
              <a:ext uri="{FF2B5EF4-FFF2-40B4-BE49-F238E27FC236}">
                <a16:creationId xmlns:a16="http://schemas.microsoft.com/office/drawing/2014/main" id="{92C009E0-7CD8-4022-86C7-20B3A1EA2FFC}"/>
              </a:ext>
            </a:extLst>
          </p:cNvPr>
          <p:cNvSpPr/>
          <p:nvPr/>
        </p:nvSpPr>
        <p:spPr>
          <a:xfrm>
            <a:off x="4673601" y="4148667"/>
            <a:ext cx="2540000" cy="57573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/>
              <a:t>i</a:t>
            </a:r>
            <a:r>
              <a:rPr lang="en-US" altLang="zh-TW" sz="1200" dirty="0"/>
              <a:t> or j &gt;= N?</a:t>
            </a:r>
            <a:endParaRPr lang="zh-TW" altLang="en-US" sz="12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234A46B4-49EB-429C-9E4B-C738F8710E54}"/>
              </a:ext>
            </a:extLst>
          </p:cNvPr>
          <p:cNvCxnSpPr>
            <a:cxnSpLocks/>
          </p:cNvCxnSpPr>
          <p:nvPr/>
        </p:nvCxnSpPr>
        <p:spPr>
          <a:xfrm>
            <a:off x="5944268" y="3946141"/>
            <a:ext cx="0" cy="202526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787BE3D5-1968-4CC9-804D-CA1DB449C006}"/>
              </a:ext>
            </a:extLst>
          </p:cNvPr>
          <p:cNvCxnSpPr>
            <a:cxnSpLocks/>
            <a:stCxn id="83" idx="3"/>
            <a:endCxn id="125" idx="2"/>
          </p:cNvCxnSpPr>
          <p:nvPr/>
        </p:nvCxnSpPr>
        <p:spPr>
          <a:xfrm flipV="1">
            <a:off x="7213601" y="3451009"/>
            <a:ext cx="861630" cy="985525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40DCC93-E6BC-462E-9983-E2F578BF46F4}"/>
              </a:ext>
            </a:extLst>
          </p:cNvPr>
          <p:cNvSpPr txBox="1"/>
          <p:nvPr/>
        </p:nvSpPr>
        <p:spPr>
          <a:xfrm>
            <a:off x="7384267" y="4436533"/>
            <a:ext cx="8406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false</a:t>
            </a:r>
            <a:endParaRPr lang="zh-TW" altLang="en-US" sz="1600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CCB0D99-BDB1-4EF3-8854-CE97CC8CE263}"/>
              </a:ext>
            </a:extLst>
          </p:cNvPr>
          <p:cNvSpPr/>
          <p:nvPr/>
        </p:nvSpPr>
        <p:spPr>
          <a:xfrm>
            <a:off x="7568397" y="3163009"/>
            <a:ext cx="1013668" cy="28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600" dirty="0"/>
              <a:t> </a:t>
            </a:r>
            <a:r>
              <a:rPr lang="en-US" altLang="zh-TW" sz="1600" dirty="0" err="1"/>
              <a:t>i</a:t>
            </a:r>
            <a:r>
              <a:rPr lang="en-US" altLang="zh-TW" sz="1600" dirty="0"/>
              <a:t>++ or </a:t>
            </a:r>
            <a:r>
              <a:rPr lang="en-US" altLang="zh-TW" sz="1600" dirty="0" err="1"/>
              <a:t>j++</a:t>
            </a:r>
            <a:endParaRPr lang="en-US" altLang="zh-TW" sz="1600" dirty="0"/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81C56CF0-9324-4161-8D95-0283801F479A}"/>
              </a:ext>
            </a:extLst>
          </p:cNvPr>
          <p:cNvCxnSpPr>
            <a:cxnSpLocks/>
            <a:stCxn id="125" idx="0"/>
            <a:endCxn id="15" idx="3"/>
          </p:cNvCxnSpPr>
          <p:nvPr/>
        </p:nvCxnSpPr>
        <p:spPr>
          <a:xfrm rot="16200000" flipV="1">
            <a:off x="7554183" y="2641961"/>
            <a:ext cx="351132" cy="690964"/>
          </a:xfrm>
          <a:prstGeom prst="bentConnector2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399D71FB-DF62-41B6-8CCA-3FA09D500032}"/>
              </a:ext>
            </a:extLst>
          </p:cNvPr>
          <p:cNvCxnSpPr>
            <a:cxnSpLocks/>
          </p:cNvCxnSpPr>
          <p:nvPr/>
        </p:nvCxnSpPr>
        <p:spPr>
          <a:xfrm>
            <a:off x="5943601" y="4724400"/>
            <a:ext cx="0" cy="24553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Flowchart: Decision 132">
            <a:extLst>
              <a:ext uri="{FF2B5EF4-FFF2-40B4-BE49-F238E27FC236}">
                <a16:creationId xmlns:a16="http://schemas.microsoft.com/office/drawing/2014/main" id="{1236B1A6-DC3E-4D5B-9F7A-DFC465EA623A}"/>
              </a:ext>
            </a:extLst>
          </p:cNvPr>
          <p:cNvSpPr/>
          <p:nvPr/>
        </p:nvSpPr>
        <p:spPr>
          <a:xfrm>
            <a:off x="4673601" y="4982633"/>
            <a:ext cx="2540000" cy="57573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 err="1"/>
              <a:t>i</a:t>
            </a:r>
            <a:r>
              <a:rPr lang="en-US" altLang="zh-TW" sz="1200" dirty="0"/>
              <a:t> or j &gt;= N?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09422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891B-F272-4498-BEBE-DE4BC2C6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zh-TW" dirty="0"/>
              <a:t>API structure</a:t>
            </a:r>
            <a:endParaRPr lang="zh-TW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AB92C2-B7FD-4C97-80EC-B8EBC7A48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837"/>
            <a:ext cx="10515600" cy="4351338"/>
          </a:xfrm>
        </p:spPr>
        <p:txBody>
          <a:bodyPr/>
          <a:lstStyle/>
          <a:p>
            <a:r>
              <a:rPr lang="en-US" altLang="zh-TW" dirty="0" err="1"/>
              <a:t>Get_kernel</a:t>
            </a:r>
            <a:endParaRPr lang="en-US" altLang="zh-TW" dirty="0"/>
          </a:p>
          <a:p>
            <a:pPr lvl="1"/>
            <a:r>
              <a:rPr lang="en-US" altLang="zh-TW" dirty="0"/>
              <a:t>Input: (u8 array) </a:t>
            </a:r>
            <a:r>
              <a:rPr lang="en-US" altLang="zh-TW" dirty="0" err="1"/>
              <a:t>Sobel_Image</a:t>
            </a:r>
            <a:endParaRPr lang="en-US" altLang="zh-TW" dirty="0"/>
          </a:p>
          <a:p>
            <a:pPr lvl="1"/>
            <a:r>
              <a:rPr lang="en-US" altLang="zh-TW" dirty="0"/>
              <a:t>Output: (u8 array[</a:t>
            </a:r>
            <a:r>
              <a:rPr lang="en-US" altLang="zh-TW" dirty="0" err="1"/>
              <a:t>k,k</a:t>
            </a:r>
            <a:r>
              <a:rPr lang="en-US" altLang="zh-TW" dirty="0"/>
              <a:t>]) </a:t>
            </a:r>
            <a:r>
              <a:rPr lang="en-US" altLang="zh-TW" dirty="0" err="1"/>
              <a:t>Kernel_Array</a:t>
            </a:r>
            <a:endParaRPr lang="en-US" altLang="zh-TW" dirty="0"/>
          </a:p>
          <a:p>
            <a:pPr lvl="1"/>
            <a:r>
              <a:rPr lang="en-US" altLang="zh-TW" dirty="0"/>
              <a:t>Parameters: (u8) Kernel Size (k), (u8) Kernel Center[X,Y] (c[2])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892B65-2F8B-4E53-807E-272D24ED76DB}"/>
              </a:ext>
            </a:extLst>
          </p:cNvPr>
          <p:cNvSpPr txBox="1"/>
          <p:nvPr/>
        </p:nvSpPr>
        <p:spPr>
          <a:xfrm>
            <a:off x="1752600" y="30642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Pseudocode: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6A960A-2CBA-427B-8384-9162E47BB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558988"/>
            <a:ext cx="7607361" cy="132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8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891B-F272-4498-BEBE-DE4BC2C6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zh-TW" dirty="0"/>
              <a:t>API structure</a:t>
            </a:r>
            <a:endParaRPr lang="zh-TW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AB92C2-B7FD-4C97-80EC-B8EBC7A48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781"/>
            <a:ext cx="10515600" cy="4351338"/>
          </a:xfrm>
        </p:spPr>
        <p:txBody>
          <a:bodyPr/>
          <a:lstStyle/>
          <a:p>
            <a:r>
              <a:rPr lang="en-US" altLang="zh-TW" dirty="0" err="1"/>
              <a:t>Get_LBP</a:t>
            </a:r>
            <a:endParaRPr lang="en-US" altLang="zh-TW" dirty="0"/>
          </a:p>
          <a:p>
            <a:pPr lvl="1"/>
            <a:r>
              <a:rPr lang="en-US" altLang="zh-TW" dirty="0"/>
              <a:t>Input: (u8 array[</a:t>
            </a:r>
            <a:r>
              <a:rPr lang="en-US" altLang="zh-TW" dirty="0" err="1"/>
              <a:t>k,k</a:t>
            </a:r>
            <a:r>
              <a:rPr lang="en-US" altLang="zh-TW" dirty="0"/>
              <a:t>]) </a:t>
            </a:r>
            <a:r>
              <a:rPr lang="en-US" altLang="zh-TW" dirty="0" err="1"/>
              <a:t>Kernel_Array</a:t>
            </a:r>
            <a:endParaRPr lang="en-US" altLang="zh-TW" dirty="0"/>
          </a:p>
          <a:p>
            <a:pPr lvl="1"/>
            <a:r>
              <a:rPr lang="en-US" altLang="zh-TW" dirty="0"/>
              <a:t>Output: (u8 array[256]) </a:t>
            </a:r>
            <a:r>
              <a:rPr lang="en-US" altLang="zh-TW" dirty="0" err="1"/>
              <a:t>LBP_Histogram</a:t>
            </a:r>
            <a:endParaRPr lang="en-US" altLang="zh-TW" dirty="0"/>
          </a:p>
          <a:p>
            <a:pPr lvl="1"/>
            <a:r>
              <a:rPr lang="en-US" altLang="zh-TW" dirty="0"/>
              <a:t>Parameters: (u8) radius</a:t>
            </a:r>
          </a:p>
          <a:p>
            <a:pPr lvl="2"/>
            <a:endParaRPr lang="en-US" altLang="zh-TW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0A3BD-184B-45C7-8DB5-98E6D350FD77}"/>
              </a:ext>
            </a:extLst>
          </p:cNvPr>
          <p:cNvSpPr txBox="1"/>
          <p:nvPr/>
        </p:nvSpPr>
        <p:spPr>
          <a:xfrm>
            <a:off x="1264024" y="2919284"/>
            <a:ext cx="7727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Pseudocode:</a:t>
            </a:r>
          </a:p>
          <a:p>
            <a:endParaRPr lang="en-US" altLang="zh-TW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DC238F-305C-49AC-9FF9-7E89AEF89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024" y="3242449"/>
            <a:ext cx="5773270" cy="350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2891B-F272-4498-BEBE-DE4BC2C6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zh-TW" dirty="0"/>
              <a:t>API structure</a:t>
            </a:r>
            <a:endParaRPr lang="zh-TW" alt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AB92C2-B7FD-4C97-80EC-B8EBC7A48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781"/>
            <a:ext cx="10515600" cy="1992509"/>
          </a:xfrm>
        </p:spPr>
        <p:txBody>
          <a:bodyPr>
            <a:normAutofit/>
          </a:bodyPr>
          <a:lstStyle/>
          <a:p>
            <a:r>
              <a:rPr lang="en-US" altLang="zh-TW" dirty="0" err="1"/>
              <a:t>Add_to_histogram</a:t>
            </a:r>
            <a:endParaRPr lang="en-US" altLang="zh-TW" dirty="0"/>
          </a:p>
          <a:p>
            <a:pPr lvl="1"/>
            <a:r>
              <a:rPr lang="en-US" altLang="zh-TW" dirty="0"/>
              <a:t>Input: (u8) </a:t>
            </a:r>
            <a:r>
              <a:rPr lang="en-US" altLang="zh-TW" dirty="0" err="1"/>
              <a:t>LBP_Value</a:t>
            </a:r>
            <a:r>
              <a:rPr lang="en-US" altLang="zh-TW" dirty="0"/>
              <a:t>, (u8[256]) </a:t>
            </a:r>
            <a:r>
              <a:rPr lang="en-US" altLang="zh-TW" dirty="0" err="1"/>
              <a:t>LBP_Hist</a:t>
            </a:r>
            <a:endParaRPr lang="en-US" altLang="zh-TW" dirty="0"/>
          </a:p>
          <a:p>
            <a:pPr lvl="1"/>
            <a:r>
              <a:rPr lang="en-US" altLang="zh-TW" dirty="0"/>
              <a:t>Output: None</a:t>
            </a:r>
          </a:p>
          <a:p>
            <a:pPr lvl="1"/>
            <a:r>
              <a:rPr lang="en-US" altLang="zh-TW" dirty="0"/>
              <a:t>Parameters: None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F0A3BD-184B-45C7-8DB5-98E6D350FD77}"/>
              </a:ext>
            </a:extLst>
          </p:cNvPr>
          <p:cNvSpPr txBox="1"/>
          <p:nvPr/>
        </p:nvSpPr>
        <p:spPr>
          <a:xfrm>
            <a:off x="1264024" y="3059290"/>
            <a:ext cx="7727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Pseudocode:</a:t>
            </a:r>
          </a:p>
          <a:p>
            <a:endParaRPr lang="en-US" altLang="zh-T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64B99-7A84-4056-B6A9-7F8DCED72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023" y="3476258"/>
            <a:ext cx="8561755" cy="74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54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2B325-C384-49D9-8DC2-D0535A68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9A84-C074-463F-B464-67F904182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768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2284</TotalTime>
  <Words>350</Words>
  <Application>Microsoft Office PowerPoint</Application>
  <PresentationFormat>Widescreen</PresentationFormat>
  <Paragraphs>87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Image Segmentation of Concrete Roads</vt:lpstr>
      <vt:lpstr>Requirement</vt:lpstr>
      <vt:lpstr>Breakdown</vt:lpstr>
      <vt:lpstr>Architecture Diagram</vt:lpstr>
      <vt:lpstr>Flowchart</vt:lpstr>
      <vt:lpstr>API structure</vt:lpstr>
      <vt:lpstr>API structure</vt:lpstr>
      <vt:lpstr>API structure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Segmentation of Concrete Roads</dc:title>
  <dc:creator>Kenny Gun</dc:creator>
  <cp:lastModifiedBy>Kenny Gun</cp:lastModifiedBy>
  <cp:revision>10</cp:revision>
  <dcterms:created xsi:type="dcterms:W3CDTF">2024-10-19T02:09:08Z</dcterms:created>
  <dcterms:modified xsi:type="dcterms:W3CDTF">2024-10-29T11:44:48Z</dcterms:modified>
</cp:coreProperties>
</file>